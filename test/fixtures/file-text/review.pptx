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สรุปยอดผลิตไตรมาส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ผลิตได้ 128,400 กล่อง</a:t>
            </a:r>
          </a:p>
          <a:p>
            <a:r>
              <a:t>ของเสียร้อยละ 1.8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downtime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Die-cutter Bobst: 14 hours</a:t>
            </a:r>
          </a:p>
          <a:p>
            <a:r>
              <a:t>เปลี่ยนใบมีดตัด 3 ครั้ง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